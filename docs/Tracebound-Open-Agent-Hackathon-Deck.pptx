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idsri14/traceboun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idsri14/traceboun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38912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AGENT HACKATHON 2026 · THE AGENT THAT CAN EXPLAIN WHY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93192" y="98755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Tracebound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93192" y="1828800"/>
            <a:ext cx="69494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just name</a:t>
            </a:r>
            <a:endParaRPr lang="en-US" sz="5300" dirty="0"/>
          </a:p>
          <a:p>
            <a:pPr indent="0" marL="0">
              <a:buNone/>
            </a:pPr>
            <a:r>
              <a:rPr lang="en-US" sz="5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cause.</a:t>
            </a:r>
            <a:endParaRPr lang="en-US" sz="5300" dirty="0"/>
          </a:p>
        </p:txBody>
      </p:sp>
      <p:sp>
        <p:nvSpPr>
          <p:cNvPr id="5" name="Text 3"/>
          <p:cNvSpPr/>
          <p:nvPr/>
        </p:nvSpPr>
        <p:spPr>
          <a:xfrm>
            <a:off x="393192" y="3456432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3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why.</a:t>
            </a:r>
            <a:endParaRPr lang="en-US" sz="5300" dirty="0"/>
          </a:p>
        </p:txBody>
      </p:sp>
      <p:sp>
        <p:nvSpPr>
          <p:cNvPr id="6" name="Text 4"/>
          <p:cNvSpPr/>
          <p:nvPr/>
        </p:nvSpPr>
        <p:spPr>
          <a:xfrm>
            <a:off x="393192" y="4498848"/>
            <a:ext cx="7498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evidence-first incident agent that tests competing explanations, preserves provenance, and recommends a reversible next step.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732520" y="1243584"/>
            <a:ext cx="3072384" cy="4005072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61704" y="164592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INSPECTABLE ANSWER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061704" y="214884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061704" y="2450592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timeout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retry cascade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061704" y="3657600"/>
            <a:ext cx="2304288" cy="0"/>
          </a:xfrm>
          <a:prstGeom prst="line">
            <a:avLst/>
          </a:prstGeom>
          <a:noFill/>
          <a:ln w="15240">
            <a:solidFill>
              <a:srgbClr val="B8BC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61704" y="3941064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7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support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232136" y="3941064"/>
            <a:ext cx="1115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contradict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061704" y="46085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Reversible action only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93192" y="6108192"/>
            <a:ext cx="11405311" cy="0"/>
          </a:xfrm>
          <a:prstGeom prst="line">
            <a:avLst/>
          </a:prstGeom>
          <a:noFill/>
          <a:ln w="15240">
            <a:solidFill>
              <a:srgbClr val="B8BC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6281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Siddharth Srivastava</a:t>
            </a:r>
            <a:endParaRPr lang="en-US" sz="1200" dirty="0"/>
          </a:p>
        </p:txBody>
      </p:sp>
      <p:sp>
        <p:nvSpPr>
          <p:cNvPr id="17" name="Text 15">
            <a:hlinkClick r:id="rId1" tooltip=""/>
          </p:cNvPr>
          <p:cNvSpPr/>
          <p:nvPr/>
        </p:nvSpPr>
        <p:spPr>
          <a:xfrm>
            <a:off x="3794760" y="6272784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github.com/sidsri14/tracebound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835640" y="628192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" y="347472"/>
            <a:ext cx="11405311" cy="0"/>
          </a:xfrm>
          <a:prstGeom prst="line">
            <a:avLst/>
          </a:prstGeom>
          <a:noFill/>
          <a:ln w="10160">
            <a:solidFill>
              <a:srgbClr val="B8BC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93192" y="1280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TRACEBOUND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920240" y="12801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8463" y="6565392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93192" y="566928"/>
            <a:ext cx="1140531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Symptoms arrive fast. Proof does not.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393192" y="14447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OPERATIONAL TRUTH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28800" y="2258568"/>
            <a:ext cx="1810512" cy="0"/>
          </a:xfrm>
          <a:prstGeom prst="line">
            <a:avLst/>
          </a:prstGeom>
          <a:noFill/>
          <a:ln w="13970">
            <a:solidFill>
              <a:srgbClr val="B8BCC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74720" y="2258568"/>
            <a:ext cx="164592" cy="0"/>
          </a:xfrm>
          <a:prstGeom prst="line">
            <a:avLst/>
          </a:prstGeom>
          <a:noFill/>
          <a:ln w="13970">
            <a:solidFill>
              <a:srgbClr val="B8BCC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828800" y="3529584"/>
            <a:ext cx="1810512" cy="0"/>
          </a:xfrm>
          <a:prstGeom prst="line">
            <a:avLst/>
          </a:prstGeom>
          <a:noFill/>
          <a:ln w="13970">
            <a:solidFill>
              <a:srgbClr val="B8BCC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74720" y="3529584"/>
            <a:ext cx="164592" cy="0"/>
          </a:xfrm>
          <a:prstGeom prst="line">
            <a:avLst/>
          </a:prstGeom>
          <a:noFill/>
          <a:ln w="13970">
            <a:solidFill>
              <a:srgbClr val="B8BCC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2920" y="1874520"/>
            <a:ext cx="1325880" cy="768096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" y="2112264"/>
            <a:ext cx="1069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148840" y="1874520"/>
            <a:ext cx="1325880" cy="768096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76856" y="2112264"/>
            <a:ext cx="1069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02920" y="3145536"/>
            <a:ext cx="1325880" cy="768096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" y="3383280"/>
            <a:ext cx="1069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2148840" y="3145536"/>
            <a:ext cx="1325880" cy="768096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76856" y="3383280"/>
            <a:ext cx="1069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Runbooks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3639312" y="2386584"/>
            <a:ext cx="1389888" cy="1389888"/>
          </a:xfrm>
          <a:prstGeom prst="ellipse">
            <a:avLst/>
          </a:prstGeom>
          <a:solidFill>
            <a:srgbClr val="FFF0EA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13048" y="2834640"/>
            <a:ext cx="103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5961888" y="1572768"/>
            <a:ext cx="5824728" cy="4343400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18504" y="19476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18504" y="2423160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dashboard can show that checkout errors rose.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6318504" y="3310128"/>
            <a:ext cx="4736592" cy="0"/>
          </a:xfrm>
          <a:prstGeom prst="line">
            <a:avLst/>
          </a:prstGeom>
          <a:noFill/>
          <a:ln w="15240">
            <a:solidFill>
              <a:srgbClr val="B8BC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18504" y="3657600"/>
            <a:ext cx="47548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prove whether the cause was a deploy, traffic spike, database saturation, or a downstream dependency.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318504" y="5074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plausible summary is not enough when omitted evidence changes the response.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" y="347472"/>
            <a:ext cx="11405311" cy="0"/>
          </a:xfrm>
          <a:prstGeom prst="line">
            <a:avLst/>
          </a:prstGeom>
          <a:noFill/>
          <a:ln w="10160">
            <a:solidFill>
              <a:srgbClr val="B8BC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93192" y="1280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TRACEBOUND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920240" y="12801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8463" y="6565392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93192" y="566928"/>
            <a:ext cx="1140531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answer stays inspectable.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393192" y="13898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BUNDLED SYNTHETIC INCIDENT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75564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timeout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retry cascade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93192" y="2926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85.4%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93192" y="35021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sample confidence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93192" y="41330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97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supporting records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322576" y="41330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contradicting records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93192" y="4645152"/>
            <a:ext cx="4069080" cy="0"/>
          </a:xfrm>
          <a:prstGeom prst="line">
            <a:avLst/>
          </a:prstGeom>
          <a:noFill/>
          <a:ln w="15240">
            <a:solidFill>
              <a:srgbClr val="B8BC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192" y="49103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Reversible action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3192" y="5285232"/>
            <a:ext cx="3913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Canary the previous 3,000 ms timeout and cap retries at one.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919472" y="1353312"/>
            <a:ext cx="6839712" cy="4956048"/>
          </a:xfrm>
          <a:prstGeom prst="rect">
            <a:avLst/>
          </a:prstGeom>
          <a:solidFill>
            <a:srgbClr val="09110C"/>
          </a:solidFill>
          <a:ln w="10160">
            <a:solidFill>
              <a:srgbClr val="000000"/>
            </a:solidFill>
            <a:prstDash val="solid"/>
          </a:ln>
        </p:spPr>
      </p:sp>
      <p:pic>
        <p:nvPicPr>
          <p:cNvPr id="17" name="Image 0" descr="Tracebound local UI showing the synthetic leading explanation, competing hypotheses, audit trail, and reversible act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463040"/>
            <a:ext cx="6620256" cy="4736592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582912" y="1609344"/>
            <a:ext cx="1746504" cy="365760"/>
          </a:xfrm>
          <a:prstGeom prst="rect">
            <a:avLst/>
          </a:prstGeom>
          <a:solidFill>
            <a:srgbClr val="FFF0EA"/>
          </a:solidFill>
          <a:ln w="8890">
            <a:solidFill>
              <a:srgbClr val="FF6B3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692640" y="1719072"/>
            <a:ext cx="1508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DATA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" y="347472"/>
            <a:ext cx="11405311" cy="0"/>
          </a:xfrm>
          <a:prstGeom prst="line">
            <a:avLst/>
          </a:prstGeom>
          <a:noFill/>
          <a:ln w="10160">
            <a:solidFill>
              <a:srgbClr val="B8BC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93192" y="1280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TRACEBOUND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920240" y="12801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8463" y="6565392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93192" y="566928"/>
            <a:ext cx="1140531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pass is not the final answer.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393192" y="13350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Tracebound widens evidence once, then stops. The loop is bounded by design.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2075688" y="3218688"/>
            <a:ext cx="338328" cy="0"/>
          </a:xfrm>
          <a:prstGeom prst="line">
            <a:avLst/>
          </a:prstGeom>
          <a:noFill/>
          <a:ln w="1651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059936" y="3218688"/>
            <a:ext cx="338328" cy="0"/>
          </a:xfrm>
          <a:prstGeom prst="line">
            <a:avLst/>
          </a:prstGeom>
          <a:noFill/>
          <a:ln w="1651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44184" y="3218688"/>
            <a:ext cx="338328" cy="0"/>
          </a:xfrm>
          <a:prstGeom prst="line">
            <a:avLst/>
          </a:prstGeom>
          <a:noFill/>
          <a:ln w="1651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028432" y="3218688"/>
            <a:ext cx="1179576" cy="0"/>
          </a:xfrm>
          <a:prstGeom prst="line">
            <a:avLst/>
          </a:prstGeom>
          <a:noFill/>
          <a:ln w="1651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028432" y="3127248"/>
            <a:ext cx="0" cy="1444752"/>
          </a:xfrm>
          <a:prstGeom prst="line">
            <a:avLst/>
          </a:prstGeom>
          <a:noFill/>
          <a:ln w="17780">
            <a:solidFill>
              <a:srgbClr val="FF6B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73552" y="4572000"/>
            <a:ext cx="4754880" cy="0"/>
          </a:xfrm>
          <a:prstGeom prst="line">
            <a:avLst/>
          </a:prstGeom>
          <a:noFill/>
          <a:ln w="17780">
            <a:solidFill>
              <a:srgbClr val="FF6B35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3273552" y="4014216"/>
            <a:ext cx="0" cy="557784"/>
          </a:xfrm>
          <a:prstGeom prst="line">
            <a:avLst/>
          </a:prstGeom>
          <a:noFill/>
          <a:ln w="17780">
            <a:solidFill>
              <a:srgbClr val="FF6B35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502920" y="2779776"/>
            <a:ext cx="1572768" cy="1234440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935224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7512" y="3246120"/>
            <a:ext cx="1261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" y="3611880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Falsifiable plan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487168" y="2779776"/>
            <a:ext cx="1572768" cy="1234440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51760" y="2935224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51760" y="3246120"/>
            <a:ext cx="1261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651760" y="3611880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evidence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71416" y="2779776"/>
            <a:ext cx="1572768" cy="1234440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36008" y="2935224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36008" y="3246120"/>
            <a:ext cx="1261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636008" y="3611880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gaps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55664" y="2779776"/>
            <a:ext cx="1572768" cy="1234440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2935224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20256" y="3246120"/>
            <a:ext cx="1261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620256" y="3611880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or retry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281160" y="2779776"/>
            <a:ext cx="1572768" cy="1234440"/>
          </a:xfrm>
          <a:prstGeom prst="rect">
            <a:avLst/>
          </a:prstGeom>
          <a:solidFill>
            <a:srgbClr val="FFF0EA"/>
          </a:solidFill>
          <a:ln w="8890">
            <a:solidFill>
              <a:srgbClr val="FF6B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45752" y="2935224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445752" y="3246120"/>
            <a:ext cx="1261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445752" y="3611880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Cited answer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00600" y="486460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BROADER RETRY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224528" y="52395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two passes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224528" y="5669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unbounded reflection loop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" y="347472"/>
            <a:ext cx="11405311" cy="0"/>
          </a:xfrm>
          <a:prstGeom prst="line">
            <a:avLst/>
          </a:prstGeom>
          <a:noFill/>
          <a:ln w="10160">
            <a:solidFill>
              <a:srgbClr val="B8BC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93192" y="1280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TRACEBOUND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920240" y="12801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8463" y="6565392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93192" y="566928"/>
            <a:ext cx="1140531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and contradiction separate the cause.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393192" y="13716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97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CHAIN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13232" y="2157984"/>
            <a:ext cx="0" cy="2798064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2057400"/>
            <a:ext cx="292608" cy="2926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3364992"/>
            <a:ext cx="292608" cy="2926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4672584"/>
            <a:ext cx="292608" cy="292608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18470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changed timeout + retries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15568" y="227685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 → 1,500 ms · 1 → 3 retries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5568" y="31546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crossed the new timeout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15568" y="358444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p95 reached 2,100 ms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15568" y="446227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Retries rose 3.1×; traffic stayed flat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15568" y="48920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 ruled out as the trigger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92240" y="1664208"/>
            <a:ext cx="5285232" cy="4370832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48856" y="203911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A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EXPLANATIONS CONTRADICTED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58000" y="2798064"/>
            <a:ext cx="118872" cy="11887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59752" y="2688336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Unexpected traffic spike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159752" y="309981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volume stayed flat.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848856" y="3703320"/>
            <a:ext cx="4069080" cy="0"/>
          </a:xfrm>
          <a:prstGeom prst="line">
            <a:avLst/>
          </a:prstGeom>
          <a:noFill/>
          <a:ln w="15240">
            <a:solidFill>
              <a:srgbClr val="B8BC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0" y="4160520"/>
            <a:ext cx="118872" cy="11887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59752" y="4050792"/>
            <a:ext cx="3611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database saturation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159752" y="4462272"/>
            <a:ext cx="3858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remained normal at 62%.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848856" y="5212080"/>
            <a:ext cx="4315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explanation must survive alternatives—not merely sound plausible.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" y="347472"/>
            <a:ext cx="11405311" cy="0"/>
          </a:xfrm>
          <a:prstGeom prst="line">
            <a:avLst/>
          </a:prstGeom>
          <a:noFill/>
          <a:ln w="10160">
            <a:solidFill>
              <a:srgbClr val="B8BC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93192" y="1280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TRACEBOUND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920240" y="12801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 STACK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8463" y="6565392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 technology sits on the decision path.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393192" y="1316736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boundary is explicit, observable, and fail-closed.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32688" y="2633472"/>
            <a:ext cx="0" cy="768096"/>
          </a:xfrm>
          <a:prstGeom prst="line">
            <a:avLst/>
          </a:prstGeom>
          <a:noFill/>
          <a:ln w="1397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32688" y="3566160"/>
            <a:ext cx="0" cy="768096"/>
          </a:xfrm>
          <a:prstGeom prst="line">
            <a:avLst/>
          </a:prstGeom>
          <a:noFill/>
          <a:ln w="1397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32688" y="4498848"/>
            <a:ext cx="0" cy="768096"/>
          </a:xfrm>
          <a:prstGeom prst="line">
            <a:avLst/>
          </a:prstGeom>
          <a:noFill/>
          <a:ln w="1397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02920" y="208483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53312" y="19842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Zetaris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822192" y="1956816"/>
            <a:ext cx="4462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Retrieves governed evidence through bounded REST SQL.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353312" y="2596896"/>
            <a:ext cx="7059168" cy="0"/>
          </a:xfrm>
          <a:prstGeom prst="line">
            <a:avLst/>
          </a:prstGeom>
          <a:noFill/>
          <a:ln w="15240">
            <a:solidFill>
              <a:srgbClr val="B8BC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01752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53312" y="291693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Model Engine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822192" y="2889504"/>
            <a:ext cx="4462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Validates, deduplicates, ranks, and explains context selection.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353312" y="3529584"/>
            <a:ext cx="7059168" cy="0"/>
          </a:xfrm>
          <a:prstGeom prst="line">
            <a:avLst/>
          </a:prstGeom>
          <a:noFill/>
          <a:ln w="15240">
            <a:solidFill>
              <a:srgbClr val="B8BC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53312" y="384962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Meterless Nightshift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822192" y="3822192"/>
            <a:ext cx="4462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each live reasoning stage through its OpenAI-compatible runtime.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353312" y="4462272"/>
            <a:ext cx="7059168" cy="0"/>
          </a:xfrm>
          <a:prstGeom prst="line">
            <a:avLst/>
          </a:prstGeom>
          <a:noFill/>
          <a:ln w="15240">
            <a:solidFill>
              <a:srgbClr val="B8BC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88289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53312" y="47823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route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3822192" y="4754880"/>
            <a:ext cx="4462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the model actually returned; Nemotron is never assumed.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353312" y="5394960"/>
            <a:ext cx="7059168" cy="0"/>
          </a:xfrm>
          <a:prstGeom prst="line">
            <a:avLst/>
          </a:prstGeom>
          <a:noFill/>
          <a:ln w="15240">
            <a:solidFill>
              <a:srgbClr val="B8BC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33104" y="1920240"/>
            <a:ext cx="2944368" cy="3648456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62288" y="226771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STATUS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62288" y="277977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97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162288" y="3099816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Adapters + hermetic tests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162288" y="3703320"/>
            <a:ext cx="2212848" cy="0"/>
          </a:xfrm>
          <a:prstGeom prst="line">
            <a:avLst/>
          </a:prstGeom>
          <a:noFill/>
          <a:ln w="15240">
            <a:solidFill>
              <a:srgbClr val="B8BC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62288" y="40142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9162288" y="4334256"/>
            <a:ext cx="21579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end-to-end account verification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25712" y="500176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provider fails, live mode stops. Sample output is never substituted silently.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3192" y="5998464"/>
            <a:ext cx="8028432" cy="347472"/>
          </a:xfrm>
          <a:prstGeom prst="rect">
            <a:avLst/>
          </a:prstGeom>
          <a:solidFill>
            <a:srgbClr val="FFF0EA"/>
          </a:solidFill>
          <a:ln w="8890">
            <a:solidFill>
              <a:srgbClr val="FF6B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7784" y="6089904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 path · live sponsor verification pending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" y="347472"/>
            <a:ext cx="11405311" cy="0"/>
          </a:xfrm>
          <a:prstGeom prst="line">
            <a:avLst/>
          </a:prstGeom>
          <a:noFill/>
          <a:ln w="10160">
            <a:solidFill>
              <a:srgbClr val="B8BC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93192" y="1280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TRACEBOUND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920240" y="12801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PROOF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8463" y="6565392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93192" y="566928"/>
            <a:ext cx="1140531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Reproducible software, not a mock-up.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393192" y="13441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checks verify the product path. They do not claim live sponsor calls.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93192" y="1719072"/>
            <a:ext cx="2615184" cy="2514600"/>
          </a:xfrm>
          <a:prstGeom prst="rect">
            <a:avLst/>
          </a:prstGeom>
          <a:solidFill>
            <a:srgbClr val="FFF0EA"/>
          </a:solidFill>
          <a:ln w="8890">
            <a:solidFill>
              <a:srgbClr val="FFF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" y="197510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passing automated tests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1719072"/>
            <a:ext cx="2615184" cy="2514600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8728" y="197510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700" dirty="0"/>
          </a:p>
        </p:txBody>
      </p:sp>
      <p:sp>
        <p:nvSpPr>
          <p:cNvPr id="13" name="Text 11"/>
          <p:cNvSpPr/>
          <p:nvPr/>
        </p:nvSpPr>
        <p:spPr>
          <a:xfrm>
            <a:off x="3538728" y="3200400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incident cases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45352" y="1719072"/>
            <a:ext cx="2615184" cy="2514600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4808" y="197510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700" dirty="0"/>
          </a:p>
        </p:txBody>
      </p:sp>
      <p:sp>
        <p:nvSpPr>
          <p:cNvPr id="16" name="Text 14"/>
          <p:cNvSpPr/>
          <p:nvPr/>
        </p:nvSpPr>
        <p:spPr>
          <a:xfrm>
            <a:off x="6464808" y="3200400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investigation iterations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171432" y="1719072"/>
            <a:ext cx="2615184" cy="2514600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90888" y="197510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700" dirty="0"/>
          </a:p>
        </p:txBody>
      </p:sp>
      <p:sp>
        <p:nvSpPr>
          <p:cNvPr id="19" name="Text 17"/>
          <p:cNvSpPr/>
          <p:nvPr/>
        </p:nvSpPr>
        <p:spPr>
          <a:xfrm>
            <a:off x="9390888" y="3200400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dependency vulnerabilities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0" y="4736592"/>
            <a:ext cx="12191695" cy="1700784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3192" y="50932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SOFTWARE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93192" y="5660136"/>
            <a:ext cx="118872" cy="11887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5550408"/>
            <a:ext cx="25420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build and typecheck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337560" y="5660136"/>
            <a:ext cx="118872" cy="11887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75304" y="5550408"/>
            <a:ext cx="25420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UI and public MIT repository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254496" y="5660136"/>
            <a:ext cx="118872" cy="11887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5550408"/>
            <a:ext cx="25420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build and API smoke test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9125712" y="5660136"/>
            <a:ext cx="118872" cy="11887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63456" y="5550408"/>
            <a:ext cx="25420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evidence IDs and append-only JSONL trace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" y="347472"/>
            <a:ext cx="11405311" cy="0"/>
          </a:xfrm>
          <a:prstGeom prst="line">
            <a:avLst/>
          </a:prstGeom>
          <a:noFill/>
          <a:ln w="10160">
            <a:solidFill>
              <a:srgbClr val="B8BC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93192" y="1280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TRACEBOUND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920240" y="12801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8463" y="6565392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93192" y="566928"/>
            <a:ext cx="1140531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is visible. Hidden reasoning stays private.</a:t>
            </a:r>
            <a:endParaRPr lang="en-US" sz="3500" dirty="0"/>
          </a:p>
        </p:txBody>
      </p:sp>
      <p:sp>
        <p:nvSpPr>
          <p:cNvPr id="7" name="Shape 5"/>
          <p:cNvSpPr/>
          <p:nvPr/>
        </p:nvSpPr>
        <p:spPr>
          <a:xfrm>
            <a:off x="6089904" y="1517904"/>
            <a:ext cx="0" cy="4480560"/>
          </a:xfrm>
          <a:prstGeom prst="line">
            <a:avLst/>
          </a:prstGeom>
          <a:noFill/>
          <a:ln w="12700">
            <a:solidFill>
              <a:srgbClr val="B8BC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192" y="3730752"/>
            <a:ext cx="11405311" cy="0"/>
          </a:xfrm>
          <a:prstGeom prst="line">
            <a:avLst/>
          </a:prstGeom>
          <a:noFill/>
          <a:ln w="12700">
            <a:solidFill>
              <a:srgbClr val="B8BC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74650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13969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93192" y="2679192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content-derived IDs and source locators keep every claim traceable.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174650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213969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Falsifiability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92240" y="2679192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hypothesis can receive both supporting and contradicting evidence.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93192" y="405079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3192" y="4443984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reflection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93192" y="4983480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broader retry improves coverage without creating an unbounded agent loop.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92240" y="405079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92240" y="4443984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safety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92240" y="4983480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recommendation is reversible. Tracebound never executes remediation.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" y="347472"/>
            <a:ext cx="11405311" cy="0"/>
          </a:xfrm>
          <a:prstGeom prst="line">
            <a:avLst/>
          </a:prstGeom>
          <a:noFill/>
          <a:ln w="10160">
            <a:solidFill>
              <a:srgbClr val="B8BC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93192" y="1280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TRACEBOUND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920240" y="12801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8463" y="6565392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93192" y="859536"/>
            <a:ext cx="777240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cannot inspect why,</a:t>
            </a:r>
            <a:endParaRPr lang="en-US" sz="4700" dirty="0"/>
          </a:p>
          <a:p>
            <a:pPr indent="0" marL="0">
              <a:buNone/>
            </a:pPr>
            <a:r>
              <a:rPr lang="en-US" sz="4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act.</a:t>
            </a:r>
            <a:endParaRPr lang="en-US" sz="4700" dirty="0"/>
          </a:p>
        </p:txBody>
      </p:sp>
      <p:sp>
        <p:nvSpPr>
          <p:cNvPr id="7" name="Text 5"/>
          <p:cNvSpPr/>
          <p:nvPr/>
        </p:nvSpPr>
        <p:spPr>
          <a:xfrm>
            <a:off x="393192" y="2359152"/>
            <a:ext cx="7132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Tracebound turns a plausible explanation into a testable decision record.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93192" y="3374136"/>
            <a:ext cx="118872" cy="11887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378561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4242816"/>
            <a:ext cx="3127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every claim to evidence and provenance.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242816" y="3374136"/>
            <a:ext cx="118872" cy="11887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42816" y="378561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2816" y="4242816"/>
            <a:ext cx="3127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competing causes before accepting an answer.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92440" y="3374136"/>
            <a:ext cx="118872" cy="11887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2440" y="378561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SAFELY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92440" y="4242816"/>
            <a:ext cx="3127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 the smallest reversible next step.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93192" y="5687568"/>
            <a:ext cx="11405311" cy="0"/>
          </a:xfrm>
          <a:prstGeom prst="line">
            <a:avLst/>
          </a:prstGeom>
          <a:noFill/>
          <a:ln w="15240">
            <a:solidFill>
              <a:srgbClr val="B8BC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3192" y="5925312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verify a non-secret live sponsor run, then extend governed connectors.</a:t>
            </a:r>
            <a:endParaRPr lang="en-US" sz="1600" dirty="0"/>
          </a:p>
        </p:txBody>
      </p:sp>
      <p:sp>
        <p:nvSpPr>
          <p:cNvPr id="19" name="Text 17">
            <a:hlinkClick r:id="rId1" tooltip=""/>
          </p:cNvPr>
          <p:cNvSpPr/>
          <p:nvPr/>
        </p:nvSpPr>
        <p:spPr>
          <a:xfrm>
            <a:off x="8467344" y="5907024"/>
            <a:ext cx="3328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u="sng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github.com/sidsri14/tracebound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Tracebound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Tracebound — Evidence-first incident investigation</dc:title>
  <dc:subject>Tracebound — Open Agent Hackathon 2026</dc:subject>
  <dc:creator>Siddharth Srivastava</dc:creator>
  <cp:lastModifiedBy>Siddharth Srivastava</cp:lastModifiedBy>
  <cp:revision>1</cp:revision>
  <dcterms:created xsi:type="dcterms:W3CDTF">2026-10-25T10:37:15Z</dcterms:created>
  <dcterms:modified xsi:type="dcterms:W3CDTF">2026-10-25T10:37:15Z</dcterms:modified>
</cp:coreProperties>
</file>