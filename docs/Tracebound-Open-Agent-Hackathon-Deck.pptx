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idsri14/tracebou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idsri14/tracebou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43891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AGENT HACKATHON 2026 · THE AGENT THAT CAN EXPLAIN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987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" y="1828800"/>
            <a:ext cx="6949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just name</a:t>
            </a:r>
            <a:endParaRPr lang="en-US" sz="5300" dirty="0"/>
          </a:p>
          <a:p>
            <a:pPr indent="0" marL="0">
              <a:buNone/>
            </a:pPr>
            <a:r>
              <a:rPr lang="en-US" sz="5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cause.</a:t>
            </a:r>
            <a:endParaRPr lang="en-US" sz="5300" dirty="0"/>
          </a:p>
        </p:txBody>
      </p:sp>
      <p:sp>
        <p:nvSpPr>
          <p:cNvPr id="5" name="Text 3"/>
          <p:cNvSpPr/>
          <p:nvPr/>
        </p:nvSpPr>
        <p:spPr>
          <a:xfrm>
            <a:off x="393192" y="345643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why.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393192" y="44988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evidence-first incident agent that tests competing explanations, preserves provenance, and recommends a reversible next step.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732520" y="1243584"/>
            <a:ext cx="3072384" cy="4005072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61704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INSPECTABLE ANSWER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61704" y="21488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61704" y="2395728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timeout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retry cascade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061704" y="3913632"/>
            <a:ext cx="2304288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61704" y="40873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7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support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32136" y="408736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contradict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61704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action only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" y="6108192"/>
            <a:ext cx="11405311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6281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Siddharth Srivastava</a:t>
            </a:r>
            <a:endParaRPr lang="en-US" sz="12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3794760" y="627278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github.com/sidsri14/tracebound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835640" y="6281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566928"/>
            <a:ext cx="11405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arrive fast. Proof does not.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393192" y="1444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OPERATIONAL TRUTH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2258568"/>
            <a:ext cx="1810512" cy="0"/>
          </a:xfrm>
          <a:prstGeom prst="line">
            <a:avLst/>
          </a:prstGeom>
          <a:noFill/>
          <a:ln w="13970">
            <a:solidFill>
              <a:srgbClr val="B8BC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2258568"/>
            <a:ext cx="164592" cy="0"/>
          </a:xfrm>
          <a:prstGeom prst="line">
            <a:avLst/>
          </a:prstGeom>
          <a:noFill/>
          <a:ln w="13970">
            <a:solidFill>
              <a:srgbClr val="B8BC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3529584"/>
            <a:ext cx="1810512" cy="0"/>
          </a:xfrm>
          <a:prstGeom prst="line">
            <a:avLst/>
          </a:prstGeom>
          <a:noFill/>
          <a:ln w="13970">
            <a:solidFill>
              <a:srgbClr val="B8BC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3529584"/>
            <a:ext cx="164592" cy="0"/>
          </a:xfrm>
          <a:prstGeom prst="line">
            <a:avLst/>
          </a:prstGeom>
          <a:noFill/>
          <a:ln w="13970">
            <a:solidFill>
              <a:srgbClr val="B8BC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1874520"/>
            <a:ext cx="1325880" cy="768096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112264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148840" y="1874520"/>
            <a:ext cx="1325880" cy="768096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76856" y="2112264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2920" y="3145536"/>
            <a:ext cx="1325880" cy="768096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338328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148840" y="3145536"/>
            <a:ext cx="1325880" cy="768096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76856" y="338328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39312" y="2386584"/>
            <a:ext cx="1389888" cy="1389888"/>
          </a:xfrm>
          <a:prstGeom prst="ellipse">
            <a:avLst/>
          </a:prstGeom>
          <a:solidFill>
            <a:srgbClr val="FFF0E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2779776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961888" y="1572768"/>
            <a:ext cx="5824728" cy="434340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1947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18504" y="242316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can show that checkout errors rose.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318504" y="3310128"/>
            <a:ext cx="4736592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3657600"/>
            <a:ext cx="4754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prove whether the cause was a deploy, traffic spike, database saturation, or a downstream dependency.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18504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plausible summary is not enough when omitted evidence changes the response.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566928"/>
            <a:ext cx="11405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 stays inspectable.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393192" y="1389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SYNTHETIC INCIDENT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556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timeout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retry cascade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85.4%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93192" y="35021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sample confidence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" y="40965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7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supporting records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22576" y="409651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contradicting records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3192" y="4645152"/>
            <a:ext cx="4069080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4910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" y="5285232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the previous 3,000 ms timeout and cap retries at one.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19472" y="1353312"/>
            <a:ext cx="6839712" cy="4956048"/>
          </a:xfrm>
          <a:prstGeom prst="rect">
            <a:avLst/>
          </a:prstGeom>
          <a:solidFill>
            <a:srgbClr val="09110C"/>
          </a:solidFill>
          <a:ln w="10160">
            <a:solidFill>
              <a:srgbClr val="000000"/>
            </a:solidFill>
            <a:prstDash val="solid"/>
          </a:ln>
        </p:spPr>
      </p:sp>
      <p:pic>
        <p:nvPicPr>
          <p:cNvPr id="17" name="Image 0" descr="Tracebound local UI showing the synthetic leading explanation, competing hypotheses, audit trail, and reversible ac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463040"/>
            <a:ext cx="6620256" cy="473659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582912" y="1609344"/>
            <a:ext cx="1746504" cy="365760"/>
          </a:xfrm>
          <a:prstGeom prst="rect">
            <a:avLst/>
          </a:prstGeom>
          <a:solidFill>
            <a:srgbClr val="FFF0EA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719072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566928"/>
            <a:ext cx="11405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pass is not the final answer.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393192" y="133502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 widens evidence once, then stops. The loop is bounded by design.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075688" y="3218688"/>
            <a:ext cx="338328" cy="0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59936" y="3218688"/>
            <a:ext cx="338328" cy="0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44184" y="3218688"/>
            <a:ext cx="338328" cy="0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28432" y="3218688"/>
            <a:ext cx="1179576" cy="0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28432" y="3127248"/>
            <a:ext cx="0" cy="1444752"/>
          </a:xfrm>
          <a:prstGeom prst="line">
            <a:avLst/>
          </a:prstGeom>
          <a:noFill/>
          <a:ln w="1778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4572000"/>
            <a:ext cx="4754880" cy="0"/>
          </a:xfrm>
          <a:prstGeom prst="line">
            <a:avLst/>
          </a:prstGeom>
          <a:noFill/>
          <a:ln w="17780">
            <a:solidFill>
              <a:srgbClr val="FF6B35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3273552" y="4014216"/>
            <a:ext cx="0" cy="557784"/>
          </a:xfrm>
          <a:prstGeom prst="line">
            <a:avLst/>
          </a:prstGeom>
          <a:noFill/>
          <a:ln w="17780">
            <a:solidFill>
              <a:srgbClr val="FF6B35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2779776"/>
            <a:ext cx="1572768" cy="123444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" y="32461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" y="36118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Falsifiable plan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87168" y="2779776"/>
            <a:ext cx="1572768" cy="123444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2461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51760" y="36118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evidence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71416" y="2779776"/>
            <a:ext cx="1572768" cy="123444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6008" y="32461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36008" y="36118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gaps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55664" y="2779776"/>
            <a:ext cx="1572768" cy="123444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0256" y="32461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20256" y="36118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retry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81160" y="2779776"/>
            <a:ext cx="1572768" cy="1234440"/>
          </a:xfrm>
          <a:prstGeom prst="rect">
            <a:avLst/>
          </a:prstGeom>
          <a:solidFill>
            <a:srgbClr val="FFF0EA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45752" y="29352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45752" y="32461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45752" y="36118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answer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8646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BROADER RETRY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24528" y="5239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two passes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224528" y="5669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unbounded reflection loop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566928"/>
            <a:ext cx="11405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and contradiction separate the cause.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393192" y="1371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7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2157984"/>
            <a:ext cx="0" cy="279806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57400"/>
            <a:ext cx="292608" cy="2926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3364992"/>
            <a:ext cx="292608" cy="2926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4672584"/>
            <a:ext cx="292608" cy="2926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1847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changed timeout + retries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568" y="22768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→ 1,500 ms · 1 → 3 retries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154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crossed the new timeout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584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p95 reached 2,100 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462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rose 3.1×; traffic stayed flat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ruled out as the trigger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1664208"/>
            <a:ext cx="5285232" cy="4370832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20391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EXPLANATIONS CONTRADICTED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798064"/>
            <a:ext cx="118872" cy="1188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688336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traffic spike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59752" y="3099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volume stayed flat.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848856" y="3703320"/>
            <a:ext cx="4069080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4160520"/>
            <a:ext cx="118872" cy="1188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4050792"/>
            <a:ext cx="3611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database saturation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59752" y="44622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remained normal at 62%.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48856" y="5074920"/>
            <a:ext cx="4315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explanation must survive alternatives—not merely sound plausible.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technology sits on the decision path.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393192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boundary is explicit, observable, and fail-closed.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32688" y="2633472"/>
            <a:ext cx="0" cy="76809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2688" y="3566160"/>
            <a:ext cx="0" cy="76809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2688" y="4498848"/>
            <a:ext cx="0" cy="76809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02920" y="208483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3312" y="1984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Zetaris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822192" y="1956816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governed evidence through bounded REST SQL.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53312" y="2596896"/>
            <a:ext cx="7059168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53312" y="29169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 Engine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822192" y="2889504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Validates, deduplicates, ranks, and explains context selection.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53312" y="3529584"/>
            <a:ext cx="7059168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3849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Meterless Nightshift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822192" y="382219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each live reasoning stage through its OpenAI-compatible runtime.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53312" y="4462272"/>
            <a:ext cx="7059168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8289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53312" y="47823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route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822192" y="4754880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the model actually returned; Nemotron is never assumed.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53312" y="5394960"/>
            <a:ext cx="7059168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33104" y="1920240"/>
            <a:ext cx="2944368" cy="3648456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288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STATUS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62288" y="277977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7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62288" y="30998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+ hermetic tests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62288" y="3703320"/>
            <a:ext cx="2212848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62288" y="4014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62288" y="433425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end-to-end account verification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25712" y="4965192"/>
            <a:ext cx="2286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provider fails, live mode stops. Sample output is never substituted silently.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3192" y="5998464"/>
            <a:ext cx="8028432" cy="347472"/>
          </a:xfrm>
          <a:prstGeom prst="rect">
            <a:avLst/>
          </a:prstGeom>
          <a:solidFill>
            <a:srgbClr val="FFF0EA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60899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path · live sponsor verification pending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PROOF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566928"/>
            <a:ext cx="11405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software, not a mock-up.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393192" y="1344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checks verify the product path. They do not claim live sponsor calls.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" y="1719072"/>
            <a:ext cx="2615184" cy="2514600"/>
          </a:xfrm>
          <a:prstGeom prst="rect">
            <a:avLst/>
          </a:prstGeom>
          <a:solidFill>
            <a:srgbClr val="FFF0EA"/>
          </a:solidFill>
          <a:ln w="8890">
            <a:solidFill>
              <a:srgbClr val="FFF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97510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612648" y="32004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automated tests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19272" y="1719072"/>
            <a:ext cx="2615184" cy="251460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97510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3538728" y="32004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incident cases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5352" y="1719072"/>
            <a:ext cx="2615184" cy="251460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97510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6464808" y="32004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investigation iterations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71432" y="1719072"/>
            <a:ext cx="2615184" cy="2514600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197510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9390888" y="32004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dependency vulnerabilities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12191695" cy="1700784"/>
          </a:xfrm>
          <a:prstGeom prst="rect">
            <a:avLst/>
          </a:prstGeom>
          <a:solidFill>
            <a:srgbClr val="EDEDED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5093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SOFTWARE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5660136"/>
            <a:ext cx="118872" cy="118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5550408"/>
            <a:ext cx="2542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build and typecheck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37560" y="5660136"/>
            <a:ext cx="118872" cy="1188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5550408"/>
            <a:ext cx="2542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UI and public MIT repository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54496" y="5660136"/>
            <a:ext cx="118872" cy="1188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550408"/>
            <a:ext cx="2542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 and API smoke test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25712" y="5660136"/>
            <a:ext cx="118872" cy="1188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63456" y="5550408"/>
            <a:ext cx="2542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evidence IDs and append-only JSONL trace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566928"/>
            <a:ext cx="11405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 visible. Hidden reasoning stays private.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6089904" y="1517904"/>
            <a:ext cx="0" cy="448056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3730752"/>
            <a:ext cx="11405311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7465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13969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3192" y="2679192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content-derived IDs and source locators keep every claim traceable.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17465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13969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Falsifiability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2679192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hypothesis can receive both supporting and contradicting evidence.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3192" y="40507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" y="44439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reflection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3192" y="4983480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broader retry improves coverage without creating an unbounded agent loop.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40507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44439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safety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92240" y="4983480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recommendation is reversible. Tracebound never executes remediation.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347472"/>
            <a:ext cx="11405311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128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128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8463" y="6565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3192" y="859536"/>
            <a:ext cx="77724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cannot inspect why,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act.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393192" y="23591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Tracebound turns a plausible explanation into a testable decision record.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93192" y="3374136"/>
            <a:ext cx="118872" cy="1188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4242816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every claim to evidence and provenance.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42816" y="3374136"/>
            <a:ext cx="118872" cy="1188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42816" y="4242816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competing causes before accepting an answer.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92440" y="3374136"/>
            <a:ext cx="118872" cy="118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SAFELY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4242816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the smallest reversible next step.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93192" y="5687568"/>
            <a:ext cx="11405311" cy="0"/>
          </a:xfrm>
          <a:prstGeom prst="line">
            <a:avLst/>
          </a:prstGeom>
          <a:noFill/>
          <a:ln w="15240">
            <a:solidFill>
              <a:srgbClr val="B8BC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59253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verify a non-secret live sponsor run, then extend governed connectors.</a:t>
            </a:r>
            <a:endParaRPr lang="en-US" sz="16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8467344" y="590702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github.com/sidsri14/tracebound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Tracebound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Tracebound — Evidence-first incident investigation</dc:title>
  <dc:subject>Tracebound — Open Agent Hackathon 2026</dc:subject>
  <dc:creator>Siddharth Srivastava</dc:creator>
  <cp:lastModifiedBy>Siddharth Srivastava</cp:lastModifiedBy>
  <cp:revision>1</cp:revision>
  <dcterms:created xsi:type="dcterms:W3CDTF">2026-10-25T15:04:22Z</dcterms:created>
  <dcterms:modified xsi:type="dcterms:W3CDTF">2026-10-25T15:04:22Z</dcterms:modified>
</cp:coreProperties>
</file>